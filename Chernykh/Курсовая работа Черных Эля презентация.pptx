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443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15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324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07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78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577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30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53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48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53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34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C56554A-F93B-456E-9D1F-360B36E2F9C5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15A587C-9F73-4AB6-ABCA-08CD8A76C0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09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09800" y="2311401"/>
            <a:ext cx="7772400" cy="1470025"/>
          </a:xfrm>
        </p:spPr>
        <p:txBody>
          <a:bodyPr anchor="ctr">
            <a:noAutofit/>
          </a:bodyPr>
          <a:lstStyle/>
          <a:p>
            <a:pPr algn="ctr"/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Курсовая работа по теме: Разработка базы данных для центра по продаже автомобилей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9800" y="273815"/>
            <a:ext cx="77724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Министерство образования, науки и молодежной политики Республики Коми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ГПОУ «Сыктывкарский политехнический техникум»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2849" y="4857660"/>
            <a:ext cx="4314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latin typeface="Times New Roman" pitchFamily="18" charset="0"/>
                <a:cs typeface="Times New Roman" pitchFamily="18" charset="0"/>
              </a:rPr>
              <a:t>Выполнила студент 4 курса 414 группы:</a:t>
            </a:r>
          </a:p>
          <a:p>
            <a:pPr algn="r"/>
            <a:r>
              <a:rPr lang="ru-RU" dirty="0">
                <a:latin typeface="Times New Roman" pitchFamily="18" charset="0"/>
                <a:cs typeface="Times New Roman" pitchFamily="18" charset="0"/>
              </a:rPr>
              <a:t>Черных Эльвира Николаевна</a:t>
            </a:r>
          </a:p>
          <a:p>
            <a:pPr algn="r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ru-RU" dirty="0">
                <a:latin typeface="Times New Roman" pitchFamily="18" charset="0"/>
                <a:cs typeface="Times New Roman" pitchFamily="18" charset="0"/>
              </a:rPr>
              <a:t>Проверил преподаватель:</a:t>
            </a:r>
          </a:p>
          <a:p>
            <a:pPr algn="r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Пунгин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И.В.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202904"/>
            <a:ext cx="9982200" cy="701675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Цели, задачи, объект, предмет, методы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904579"/>
            <a:ext cx="10470356" cy="53245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реализация реляционной БД для учета всех бизнес-процессов автомобильного центра в среде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концептуальной (ER) модели.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логической и физической структуры БД.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проекта в СУБД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(таблицы, запросы, интерфейс).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безопасности и надежности (права доступа, резервное копирование).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управления данными в автомобильном дилерском центре.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в виде реляционной базы данных.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Анализ, моделирование (ER-диаграммы), проектирование БД, SQL-программирование.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50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537198"/>
            <a:ext cx="9982200" cy="701675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работы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1367701"/>
            <a:ext cx="10451306" cy="31700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— ключевой фактор успеха в конкурентной среде.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учет ведет к ошибкам, потерям данных и низкой скорости работы.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БД: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единое информационное пространство.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Устранить дублирование и повысить целостность данных.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Ускорить процессы продаж и формирование отчетности.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Повысить качество обслуживания клиентов и управляемость бизнеса.</a:t>
            </a:r>
          </a:p>
        </p:txBody>
      </p:sp>
    </p:spTree>
    <p:extLst>
      <p:ext uri="{BB962C8B-B14F-4D97-AF65-F5344CB8AC3E}">
        <p14:creationId xmlns:p14="http://schemas.microsoft.com/office/powerpoint/2010/main" val="2726424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521155"/>
            <a:ext cx="9982200" cy="701675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 — Анализ предметной области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1690062"/>
            <a:ext cx="10460831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"Продажа автомобилей", выявить ключевые сущности, процессы и требования.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(Что сделано):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ключевые сущности: Автомобиль, Клиент, Сделка, Поставщик, Сотрудник.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Описаны бизнес-процессы: учет авто, управление складом, работа с клиентами, оформление сделок.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Составлен перечень входных/выходных данных (характеристики авто, данные клиентов, отчеты по продажам).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Сформулированы ограничения целостности (например, цена продажи ≥ цены закупки).</a:t>
            </a:r>
          </a:p>
        </p:txBody>
      </p:sp>
    </p:spTree>
    <p:extLst>
      <p:ext uri="{BB962C8B-B14F-4D97-AF65-F5344CB8AC3E}">
        <p14:creationId xmlns:p14="http://schemas.microsoft.com/office/powerpoint/2010/main" val="207832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710653"/>
            <a:ext cx="10489406" cy="701675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2 — Проектирование концептуальной модели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1997839"/>
            <a:ext cx="10489406" cy="2862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Спроектировать инфологическую (ER) модель данных.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(Что сделано):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атрибуты для каждой сущности (поля таблиц).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Установлены типы связей между сущностями (1-к-1, 1-ко-многим).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Построена ER-диаграмма (см. Приложение А), которая наглядно отображает структуру будущей БД.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является основой для перехода к реляционной схеме.</a:t>
            </a:r>
          </a:p>
        </p:txBody>
      </p:sp>
    </p:spTree>
    <p:extLst>
      <p:ext uri="{BB962C8B-B14F-4D97-AF65-F5344CB8AC3E}">
        <p14:creationId xmlns:p14="http://schemas.microsoft.com/office/powerpoint/2010/main" val="428960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696616"/>
            <a:ext cx="10863262" cy="701675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3 — Разработка логической и физической структуры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1843950"/>
            <a:ext cx="10394156" cy="31700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Преобразовать концептуальную модель в реляционную схему и определить физические параметры.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(Что сделано):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структура: Создана схема из 6 таблиц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deals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positions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указанием связей по внешним ключам.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структура: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Выбраны типы данных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(SERIAL, VARCHAR, NUMERIC, DATE, ENUM).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Запланированы индексы для ускорения поиска (по VIN, статусу авто, дате сделки).</a:t>
            </a:r>
          </a:p>
        </p:txBody>
      </p:sp>
    </p:spTree>
    <p:extLst>
      <p:ext uri="{BB962C8B-B14F-4D97-AF65-F5344CB8AC3E}">
        <p14:creationId xmlns:p14="http://schemas.microsoft.com/office/powerpoint/2010/main" val="57478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296566"/>
            <a:ext cx="10863262" cy="701675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4 — Реализация проекта в СУБД (Часть 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1690061"/>
            <a:ext cx="10394156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проект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(Что сделано):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и выполнены SQL-скрипты создания всех таблиц с ограничениями (PRIMARY KEY, FOREIGN KEY, CHECK).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Созданы базовые и аналитические SQL-запросы: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Поиск автомобилей по параметрам.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Отчеты по продажам и прибыли (JOIN, агрегатные функции).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интерфейс в виде SQL-представлений (VIEW) для удобства пользователей (каталог авто, отчет по продажам).</a:t>
            </a:r>
          </a:p>
        </p:txBody>
      </p:sp>
    </p:spTree>
    <p:extLst>
      <p:ext uri="{BB962C8B-B14F-4D97-AF65-F5344CB8AC3E}">
        <p14:creationId xmlns:p14="http://schemas.microsoft.com/office/powerpoint/2010/main" val="54369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296566"/>
            <a:ext cx="10863262" cy="701675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5 — Реализация проекта в СУБД (Часть 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1997838"/>
            <a:ext cx="10270331" cy="2862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Обеспечить безопасность и надежность системы.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(Что сделано):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Безопасность: Внедрена ролевая модель доступа. Созданы роли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car_admin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car_manager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car_warehouse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разными правами (например, менеджер не видит закупочные цены).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 Созданы индексы на ключевых полях для оптимизации работы.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Надежность: Разработана стратегия резервного копирования (ежедневные полные бэкапы + архив WAL-логов для восстановления на момент сбоя).</a:t>
            </a:r>
          </a:p>
        </p:txBody>
      </p:sp>
    </p:spTree>
    <p:extLst>
      <p:ext uri="{BB962C8B-B14F-4D97-AF65-F5344CB8AC3E}">
        <p14:creationId xmlns:p14="http://schemas.microsoft.com/office/powerpoint/2010/main" val="187454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7C4DD6A-2D89-4B3D-83F4-E1B914C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69" y="296566"/>
            <a:ext cx="10863262" cy="701675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по работе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2D27C-C694-4A7E-8A7A-7CBA2C94F5BF}"/>
              </a:ext>
            </a:extLst>
          </p:cNvPr>
          <p:cNvSpPr txBox="1"/>
          <p:nvPr/>
        </p:nvSpPr>
        <p:spPr>
          <a:xfrm>
            <a:off x="664369" y="1536173"/>
            <a:ext cx="10422731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достигнута: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Спроектирована и реализована реляционная БД для автомобильного центра.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нормализованная структура данных (6 таблиц).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бизнес-логика через ограничения целостности.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 удобный доступ через представления и запросы.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Внедрены механизмы безопасности и отказоустойчивости.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Разработанная база данных является готовым прототипом информационной системы, которая может быть внедрена в реальный бизнес-процесс и масштабирована.</a:t>
            </a:r>
          </a:p>
        </p:txBody>
      </p:sp>
    </p:spTree>
    <p:extLst>
      <p:ext uri="{BB962C8B-B14F-4D97-AF65-F5344CB8AC3E}">
        <p14:creationId xmlns:p14="http://schemas.microsoft.com/office/powerpoint/2010/main" val="2476227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947F19-9519-4DD9-A5E0-046EEE690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99" y="1952625"/>
            <a:ext cx="4800600" cy="480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B157F8-1C0D-46EE-AFBD-1E36CC45D942}"/>
              </a:ext>
            </a:extLst>
          </p:cNvPr>
          <p:cNvSpPr txBox="1"/>
          <p:nvPr/>
        </p:nvSpPr>
        <p:spPr>
          <a:xfrm>
            <a:off x="1928812" y="968514"/>
            <a:ext cx="8334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96078275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84</TotalTime>
  <Words>688</Words>
  <Application>Microsoft Office PowerPoint</Application>
  <PresentationFormat>Широкоэкранный</PresentationFormat>
  <Paragraphs>91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Schoolbook</vt:lpstr>
      <vt:lpstr>Times New Roman</vt:lpstr>
      <vt:lpstr>Wingdings 2</vt:lpstr>
      <vt:lpstr>Вид</vt:lpstr>
      <vt:lpstr>Курсовая работа по теме: Разработка базы данных для центра по продаже автомобилей</vt:lpstr>
      <vt:lpstr>Цели, задачи, объект, предмет, методы</vt:lpstr>
      <vt:lpstr>Актуальность работы</vt:lpstr>
      <vt:lpstr>Задача 1 — Анализ предметной области</vt:lpstr>
      <vt:lpstr>Задача 2 — Проектирование концептуальной модели</vt:lpstr>
      <vt:lpstr>Задача 3 — Разработка логической и физической структуры</vt:lpstr>
      <vt:lpstr>Задача 4 — Реализация проекта в СУБД (Часть 1)</vt:lpstr>
      <vt:lpstr>Задача 5 — Реализация проекта в СУБД (Часть 2)</vt:lpstr>
      <vt:lpstr>Выводы по работе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по теме: Разработка базы данных для центра по продаже автомобилей</dc:title>
  <dc:creator>Богдан</dc:creator>
  <cp:lastModifiedBy>Богдан</cp:lastModifiedBy>
  <cp:revision>1</cp:revision>
  <dcterms:created xsi:type="dcterms:W3CDTF">2025-12-18T00:52:31Z</dcterms:created>
  <dcterms:modified xsi:type="dcterms:W3CDTF">2025-12-18T02:17:02Z</dcterms:modified>
</cp:coreProperties>
</file>